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pPr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buNone/>
            </a:pPr>
            <a:r>
              <a:rPr lang="en-US" sz="72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Академическая ERP-система для школ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системы для эксперта-педагога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Демо-доступ: </a:t>
            </a:r>
            <a:pPr indent="0" marL="0">
              <a:buNone/>
            </a:pPr>
            <a:r>
              <a:rPr lang="en-US" sz="1600" u="sng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пароль: erudit2025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0.1.0 · май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ERUDIT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цифровая среда управления школой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журнал, расписание, оценивание, отчётность, коммуникация и аналитика — в одном месте и связаны между собой.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участники процесса в одном пространстве: администрация, педагоги, специалисты, ученики и родители.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только то, что нужно для его работы — лишнее скрыто, чувствительные данные разграничены.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браузере на компьютере и телефоне — устанавливать ничего не нужно.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задачу решает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бумажные журналы и разрозненные таблицы единой системой.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оценивание прозрачным и защищённым от ошибок — через модерацию.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руководству аналитику по школе в реальном времени.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родителям понятную и честную картину успеваемости ребёнка.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историю: кто, когда и что изменил.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ролей — каждому своё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доступ ко всему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аналитика, финальное утверждение оценок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Завуч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оценок, нагрузка, дескрипторы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Секретарь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ученики, персонал, документы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журнал, оценки, домашние задания, расписание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Куратор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всё, что учитель + происшествия класса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логопед / психолог / медкабинет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дневник, оценки, ДЗ, расписание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успеваемость и посещаемость ребёнка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внутри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журнал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Оценивание + модерация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Домашние задания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и звонки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педагогов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нагрузки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экспорт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школе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 и достижения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25112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Олимпиады и проекты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01584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01584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Мероприятия, студии, выезды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Происшествия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25112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Срочные вопросы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01584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1584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Кабинеты специалистов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25112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Дескрипторы педагогов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01584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персонал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журнал и оценивание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по классам и предметам.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оценок: контрольная, зачёт, триместровая, итоговая, экзамен.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к оценкам и средневзвешенный балл.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шкалы оценивания.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модерация оценок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Важные оценки попадают в дневник только после двойной проверки: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7E9F1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выставляет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118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7E9F1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Завуч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утверждает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7E9F1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5554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91E8C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Опубликовано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видят семья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фиксируется в журнале аудита (кто / когда / что). Это защищает и учителя, и ученика.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нагрузки (декрет, болезнь, замена)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Нагрузку уходящего педагога можно передать другому одной операцией.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Указывается причина: декрет, болезнь, увольнение, замена.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Прошлые оценки и расписание остаются за прежним учителем.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педагог видит их в режиме «только чтение» — история не теряется.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Дескрипторы педагога: уровни доступа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(общий) — администрация и сам педагог.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 — только администрация (директор, аналитик, завуч).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— только директор и аналитик.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7E9F1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педагог не видит закрытые характеристики о себе — это сделано осознанно и проверяется автоматическими тестами.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данных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и родитель видят только свой класс и только опубликованные оценки.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разделам разграничен по роли — лишнее не показывается.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сведения о педагогах закрыты по уровню доступа.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разграничения подтверждена автоматическими тестами.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отчёты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показатели по школе для руководства.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успеваемости и посещаемости.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по классам и предметам, экспорт данных.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ERUDIT отличается от Zero Education (KZ)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про бизнес частного центра (CRM, финансы, договоры). ERUDIT — про качество учебного процесса.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важно для школы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ERUDIT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Education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88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 + журнал аудита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сразу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Разграничение доступа (9 ролей)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Приватность: свой класс / опубликованное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Дескрипторы педагога (уровни доступа)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 нагрузки (декрет/болезнь)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специалистов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кружки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/ финансы / договоры / биллинг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будущее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посмотреть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 </a:t>
            </a:r>
            <a:pPr indent="0" marL="0">
              <a:buNone/>
            </a:pPr>
            <a:r>
              <a:rPr lang="en-US" sz="2000" b="1" u="sng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пароль ко всем демо-аккаунтам: erudit2025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azhibaeva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 — журнал, оценки, ДЗ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kozlova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Завуч — модерация, нагрузка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 — свой дневник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 — успеваемость ребёнка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— полный доступ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 начать с «Учитель», затем «Завуч».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Аккаунты учителей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— из таблицы. Пароль у всех: erudit2025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Предмет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azhibaeva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Кыргызский язык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asanova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bakashova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Химия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egorova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Английский язык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imashev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Информатика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kalykov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География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kovaleva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Начальные классы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pulatova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Математика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Предмет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sagyntai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Математика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satarkulov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Физика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sidorova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Начальные классы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toktobekova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Начальные классы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fedorova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Начальные классы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fominykh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Биология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khaydarova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 язык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сценария для теста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Жизненный цикл оценки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выставляет → Завуч утверждает → Аналитик публикует → Родитель видит.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Передача нагрузки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Завуч → Педагоги → Нагрузка: передать нагрузку другому учителю с причиной.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Уровни доступа к дескрипторам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Завуч видит характеристики уровня 1 и 2; сам педагог закрытые о себе — нет.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к Вам как к эксперту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сценарии соответствуют реальной работе школы?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 ли термины? Что назвать привычнее для учителей?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 ли вести журнал и выставлять оценки? Чего не хватает?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разделы лишние, а каких функций недостаёт?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для родителей и учеников, чего сейчас нет?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повысит реальную пользу системы для школы в Бишкеке?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1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экспертный взгляд напрямую повлияет на развитие ERUDIT.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пароль: erudit2025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ERUDIT — обзор для эксперта-педагога</dc:title>
  <dc:subject>PptxGenJS Presentation</dc:subject>
  <dc:creator>ERUDIT</dc:creator>
  <cp:lastModifiedBy>ERUDIT</cp:lastModifiedBy>
  <cp:revision>1</cp:revision>
  <dcterms:created xsi:type="dcterms:W3CDTF">2026-05-24T15:12:04Z</dcterms:created>
  <dcterms:modified xsi:type="dcterms:W3CDTF">2026-05-24T15:12:04Z</dcterms:modified>
</cp:coreProperties>
</file>